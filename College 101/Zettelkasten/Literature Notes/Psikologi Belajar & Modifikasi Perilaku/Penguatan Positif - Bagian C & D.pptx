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73152" cy="5143500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PENGUATAN POSITIF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Bagian C &amp; 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Garry Martin &amp; Joseph Pear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| Psikologi Belajar &amp; Modifikasi Perilaku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Gambaran Materi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Bagian 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Efektivitas Penguatan Positif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Memilih Perilaku Sasaran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Memilih Penguat (Reinforcer)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Operasi Memotivasi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Ukuran Penguat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Instruksi (Aturan)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Kesegeraan (Immediacy)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Kontingensi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Bagian 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Jebakan (Pitfalls)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Penerapan Tidak Disadari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Pengetahuan Parsial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Gagal Menerapkan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Penjelasan Tidak Akurat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Faktor-Faktor yang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Mempengaruhi Efektivitas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Penguatan Positif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430682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Memilih Perilaku Sasaran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harus didefinisikan secara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diobservasi.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konkret memungkinkan konsistensi dalam pemberian penguat dan pengukuran kemajuan.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560320"/>
            <a:ext cx="73152" cy="1828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Tepat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"Bersikap ramah"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abstrak, tidak bisa diukur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5603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560320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"Tersenyum kepada tamu"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2064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Spesifik, dapat diobservasi dan diukur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430682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Memilih Penguat (Reinforcer)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"Different Strokes for Different Folks"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penguat bersifat individual.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9496" y="1554480"/>
            <a:ext cx="148132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7373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" y="22860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Consumable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0936" y="269748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Makanan &amp; minuman favorit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185416" y="1554480"/>
            <a:ext cx="148132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40" y="17373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85416" y="22860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276856" y="269748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menyenangkan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831336" y="1554480"/>
            <a:ext cx="148132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73736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31336" y="22860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Manipulative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922776" y="269748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yang bisa dimanipulasi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77256" y="1554480"/>
            <a:ext cx="148132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80" y="173736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77256" y="22860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Possessional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568696" y="269748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 pribadi bernilai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123176" y="1554480"/>
            <a:ext cx="1481328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173736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23176" y="22860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7214616" y="269748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Pujian, perhatian, senyuman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Kategori Penguat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Metode Memilih Penguat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704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0789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Kuesioner Penguat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langsung preferensi individu melalui kuesioner terstruktur.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055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0391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Prinsip Premack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377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berfrekuensi tinggi digunakan untuk memperkuat aktivitas berfrekuensi rendah.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067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9992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Deprivasi Respons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3337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yang dibatasi cenderung menjadi penguat ketika diizinkan kembali.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079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9593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 Penguat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1732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Mengobservasi apa yang dipilih individu secara bebas dalam situasi tertentu.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430682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Operasi Memotivasi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yang mengubah efektivitas penguat.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45920"/>
            <a:ext cx="38404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DEPRIVASI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Efektivitas Meningkat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seseorang belum mendapatkan sesuatu dalam waktu lama, nilai penguat dari hal tersebut meningkat.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645920"/>
            <a:ext cx="384048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SATIASI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Efektivitas Menurun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0" y="2743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seseorang sudah mendapatkan sesuatu secara berlebihan, nilai penguatnya menurun.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Faktor Efektivitas Lainnya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1188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262" y="12993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Ukuran Penguat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4231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besar untuk memotivasi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kecil untuk hindari satiasi cepat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potongan kecil &gt; porsi besar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20540" y="1188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82" y="129936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Instruksi (Aturan)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74720" y="24231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spesifik mempercepat belajar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memahami hubungan perilaku-konsekuensi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menunggu penguat tertunda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076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09460" y="1188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02" y="129936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Kesegeraan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63640" y="24231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 harus segera setelah perilaku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= risiko penguatan perilaku lain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Token/pujian verbal sebagai jembatan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430682"/>
            <a:ext cx="281635" cy="281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Kontingensi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Penguat hanya diberikan jika dan hanya jika perilaku yang diinginkan muncul.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7680960" cy="18288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606040"/>
            <a:ext cx="7680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Non-kontingen = tidak efektif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Pemberian penguat tanpa memandang apakah perilaku terjadi menghilangkan hubungan sebab-akibat. Tidak ada pembelajaran yang terjadi.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Kontingensi ketat = kunci efektivitas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yang konsisten antara perilaku dan konsekuensi adalah fondasi dari setiap program penguatan yang berhasil.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Jebakan (Pitfalls)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dalam Penerapan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Penguatan Positif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371600" cy="36576"/>
          </a:xfrm>
          <a:prstGeom prst="rect">
            <a:avLst/>
          </a:prstGeom>
          <a:solidFill>
            <a:srgbClr val="E07A5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Jebakan Penguatan Positif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1691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34440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335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Penerapan Tidak Disadari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08760" y="1600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sengaja memperkuat perilaku yang tidak diinginkan. Contoh: orang tua memberikan perhatian ketika anak menangis atau berteriak, secara tidak sengaja memperkuat perilaku tersebut.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8046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971800"/>
            <a:ext cx="73152" cy="1691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255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Pengetahuan Parsial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508760" y="3520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teori tapi salah penerapan. Contoh: tahu penguat harus diberikan setelah perilaku, tetapi tetap memberikannya secara non-kontingen (tanpa memastikan perilaku sasaran benar-benar terjadi).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Jebakan Penguatan Positif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1691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34440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335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Gagal Menerapkan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08760" y="1600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Melewatkan kesempatan untuk memperkuat perilaku baik. Perilaku positif yang tidak mendapatkan konsekuensi cenderung melemah. Konsistensi sangat penting: setiap kemunculan perilaku sasaran adalah peluang.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80467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971800"/>
            <a:ext cx="73152" cy="1691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255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Penjelasan Perilaku Tidak Akurat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508760" y="3520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label ("malas", "nakal") alih-alih menganalisis konsekuensi. Label tidak menjelaskan mengapa perilaku terjadi dan tidak mengarahkan pada solusi. Pendekatan perilaku: analisis konsekuensi apa yang mempertahankan perilaku.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73152" cy="5143500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286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 pertanyaan?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| Psikologi Belajar &amp; Modifikasi Perilaku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Penguatan Positif - Bagian C &amp; D</dc:title>
  <dc:subject>PptxGenJS Presentation</dc:subject>
  <dc:creator>Rafi Mahadika Sujianto</dc:creator>
  <cp:lastModifiedBy>Rafi Mahadika Sujianto</cp:lastModifiedBy>
  <cp:revision>1</cp:revision>
  <dcterms:created xsi:type="dcterms:W3CDTF">2026-03-12T15:42:14Z</dcterms:created>
  <dcterms:modified xsi:type="dcterms:W3CDTF">2026-03-12T15:42:14Z</dcterms:modified>
</cp:coreProperties>
</file>